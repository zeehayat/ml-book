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PCA and the SVD are two views of the same underlying idea: finding the directions that capture the most structure in high-dimensional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data likely lives close to a 2-dimensional structure embedded in the 1000-dimensional space — most of the 1000 features are redundant or highly correlated with each other, and 2 well-chosen directions capture nearly all the meaningful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without centering, the covariance-like matrix would capture variation around the ORIGIN rather than around the data's own mean — the resulting 'principal directions' would be dominated by how far the data is from zero, not by the data's actual internal spread/structure.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slowly — the convergence rate depends on the ratio |λ2/λ1| = 9.9/10 = 0.99, which is very close to 1, meaning each iteration barely amplifies the dominant direction relative to the second one. Nearly-equal top eigenvalues make the top component unstable and slow to isolate.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SVD operates directly on the (typically much smaller in one dimension) data matrix without ever forming or squaring it into a D×D covariance matrix — avoiding both the O(ND^2) cost of forming C and the numerical instability of squaring the condition number that comes from explicitly computing X^T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total = 5^2+3^2+1^2 = 25+9+1 = 35. Rank-1 captures 25/35 ≈ 71.4% of the squared Frobenius norm.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κ(C) = 1000² = 1,000,000 = 10^6. Roughly 6 extra decimal digits of precision are lost (log10 of the condition number) compared to working with X directly via the SVD — a real, measurable numerical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exact cost ~ N*D^2 = 1000 * 10000^2 = 10^11. Randomized cost ~ N*D*k = 1000*10000*50 = 5*10^8. That's roughly a 200x reduction in operation count — exactly why randomized SVD is the practical choice when only a small number of components are actually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mean-centering. Without it, the first 'principal component' is dominated by the large common offset (the mean itself) rather than the actual pattern of variation around that mean — a classic silent PCA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self-check slide. If any question causes hesitation, return to that concept's slide and its exercise before moving to Chapter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Chapter 7: Dimensionality Reduction &amp; Latent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0D9488"/>
                </a:solidFill>
              </a:rPr>
              <a:t>One concept, one exercise per slide — practice as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What PCA Is Trying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Find the direction in feature space along which the data has MAXIMUM variance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That direction is the first principal component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Subsequent components are the next-best directions, each ORTHOGONAL to all previous ones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Projecting onto the top-k components compresses D features down to k with minimal information 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dataset has 1000 features, but the first 2 principal components explain 95% of the total variance. What does this suggest about the data's true underlying dimensionality?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Covariance Matrix and Its Eigenvectors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Center the data first (subtract the mean from every feature)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covariance matrix C = (1/(N-1)) X̃ᵀX̃ captures how features vary together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Principal components are exactly the EIGENVECTORS of C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Each eigenvector's eigenvalue equals the variance captured along that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must the data be mean-centered before computing the covariance matrix for PCA?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Power Iteration — Finding the Dominant Eigenvector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Repeatedly apply v ← Cv / ||Cv|| — this converges to the eigenvector with the LARGEST eigenvalue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Convergence rate depends on |λ₂/λ₁| — well-separated top eigenvalues converge fast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After finding one component, DEFLATE it out to find the next: C' = C − λ₁v₁v₁ᵀ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covariance matrix has top two eigenvalues λ1=10 and λ2=9.9 (very close together). Would you expect power iteration to converge quickly or slowly to the first principal component,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SVD-Covariance Duality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Economy SVD: X̃ = U·Σ·Vᵀ (mean-centered data)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columns of V are EXACTLY the eigenvectors of the covariance matrix — no eigensolver needed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scores (projections) satisfy Z = X̃V = UΣ — read directly off the SVD factors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why production PCA implementations use SVD rather than explicitly forming the covariance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Forming the D×D covariance matrix costs O(ND²) and can be numerically unstable for large D. Why does computing the SVD directly on the N×D data matrix avoid this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Eckart-Young Theorem — Optimal Low-Rank Approximation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Truncating the SVD to the top k singular values gives the BEST possible rank-k approximation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"Best" means minimal reconstruction error, in both Frobenius and spectral norm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Fraction of variance explained by the top k components: Σᵢ₌₁ᵏ σᵢ² / Σⱼ σⱼ²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matrix has singular values σ1=5, σ2=3, σ3=1. What fraction of the squared Frobenius norm does the rank-1 approximation (using only σ1) capture?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Condition Number and Numerical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Forming X̃ᵀX̃ SQUARES the condition number: κ(C) = κ(X̃)²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moderately ill-conditioned X̃ can become severely ill-conditioned once squared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costs real floating-point precision — computing the SVD directly avoids the squaring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data matrix has condition number κ(X)=1000. What is the condition number of its covariance matrix, and roughly how many decimal digits of precision are lost by forming it explicitly (in float64, machine epsilon ≈ 1e-16)?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Randomized SVD for Large-Scale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Exact SVD costs O(N·D²) — impractical for very large 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Randomized SVD projects onto a random low-dimensional sketch first, then computes a small SVD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Cost drops to about O(N·D·k) for the top k components — dramatically cheaper when k ≪ 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You need the top 50 components of a matrix with D=10,000 features and N=1,000 rows. Roughly how much cheaper is randomized SVD (O(N·D·k)) than the exact SVD (O(N·D²)) 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Mistake — Forgetting to Center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Running PCA on raw, uncentered data is a common and completely silent bug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resulting "components" are contaminated by the data's distance from the origin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Always subtract the per-feature mean before computing covariance or running SVD for PCA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colleague runs PCA on raw sensor readings that all happen to be large positive numbers (e.g., 1000-1010) and gets a strange first component pointing almost exactly along the direction of the sensors' average reading. What did they forget to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Mastery Check: Are You Ready to Move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0D9488"/>
                </a:solidFill>
              </a:rPr>
              <a:t>If you can answer every question below confidently, you have mastered Chapter 7.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4892040"/>
          </a:xfrm>
          <a:prstGeom prst="roundRect">
            <a:avLst/>
          </a:prstGeom>
          <a:solidFill>
            <a:srgbClr val="EA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1.  Explain what a principal component is and why each one must be orthogonal to the previous ones.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2.  Explain why PCA requires mean-centering the data first.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3.  Explain why the principal components are the eigenvectors of the covariance matrix.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4.  Explain how power iteration finds the dominant eigenvector and why the eigenvalue ratio controls its speed.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5.  State the SVD-covariance duality and explain why production PCA uses SVD instead of an explicit covariance matrix.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6.  State the Eckart-Young theorem and compute a rank-k approximation's captured variance fraction by hand.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7.  Explain why forming X^T X squares the condition number, and why this matters numerically.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8.  Explain when and why randomized SVD is preferred over the exact SVD.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9.  Diagnose a PCA result that looks wrong because the data was never mean-centered.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10.  Implement PCA from scratch via power iteration and verify it against a library's SVD-based PCA.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