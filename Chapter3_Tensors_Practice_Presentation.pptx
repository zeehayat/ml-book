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Every tensor library (NumPy, PyTorch, JAX) represents an array as a flat memory buffer plus a small set of metadata. This chapter builds that model from first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row 0 = [10, 20, 30], row 1 = [40, 50, 60] — the first 3 elements of the flat buffer form row 0, the next 3 form row 1, read left to right, top to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rank = 3 (three axes). Total elements = 2 × 3 × 4 =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4 positions — moving one step along axis 0 (the row axis) skips exactly stride[0] = 4 buffer positions, since each row has 4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stride[2] = 1 (last axis, always 1 element apart). stride[1] = shape[2] = 7. stride[0] = shape[1]*shape[2] = 6*7 = 42. Strides = (42, 7,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stride[0]=1, stride[1]=shape[0]=5, stride[2]=shape[0]*shape[1]=30. Strides = (1, 5, 30). In C-contiguous layout, the LAST axis's stride is always 1; in F-contiguous layout, the FIRST axis's stride is always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flat_index = 2 + 1*4 + 2*1 = 2 + 4 + 2 =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yes, it changes — the slice is a view sharing the same underlying buffer as x, with adjusted offset/shape/strides. Writing to the view writes to the same memory the original tensor reads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new shape = (4,3), new strides = (1,4) — shape and strides are simply reversed. It is NOT C-contiguous (the last axis's stride is 4, not 1) — this is exactly why some operations after a transpose silently trigger a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transposed tensor is usually non-contiguous, so its existing strides cannot represent the new shape as a pure view — .view() refuses and raises an error to make this explicit, while .reshape() silently falls back to copying the data into a new contiguous buffer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(5,1) and (5,3) ARE compatible — the size-1 dimension broadcasts to 3. (4,3) and (5,3) are NOT compatible — 4 and 5 are unequal and neither is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64/4 = 16 elements fit per cache line. With a stride of 1000 (far larger than 16), essentially every access lands in a new cache line — you use only 1 out of 16 possible elements per fetch, about 6.25% utilization, under this simplified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1000*1000 = 1,000,000 elements * 4 bytes = 4,000,000 bytes ≈ 3.81 MB. At float16 (2 bytes), it would be about 1.91 MB — exactly half, since only the byte width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call .copy() (or .clone() in PyTorch) on the slice immediately after slicing, before any modification — e.g. sub = x[1:3].copy(). Without it, sub remains a view into x's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incorrect. stride[1] should be 1 (correct), but stride[0] should be the product of shape entries AFTER axis 0, i.e. shape[1] = 4, not 3 (the size of axis 0 itself). The correct strides are (4, 1) — a classic off-by-one confusion between "this axis's own size" and "the size of everything after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self-check slide. If any question causes hesitation, return to that concept's slide and its exercise before moving to Chapter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Chapter 3: The Anatomy of a Tensor &amp; Compute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0D9488"/>
                </a:solidFill>
              </a:rPr>
              <a:t>One concept, one exercise per slide — practice as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274320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A Tensor Is a Flat Buffer Plus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actual numbers live in one flat, one-dimensional buffer in memory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Four metadata fields describe how to read that buffer as an N-D array: shape, strides, offset, dtype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"shape" you picture (a 3×4 grid) is a logical view, not the physical layout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Two tensors can share the exact same buffer while looking completely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2×3 matrix is stored as the flat buffer [10, 20, 30, 40, 50, 60]. If this is C-contiguous (row-major), what are the two rows of the logical matrix?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Shape, Dimension, and Rank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Shape: a tuple stating the size along each axis, e.g. (3, 4) means 3 rows, 4 columns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Rank (or ndim): the number of axes — a matrix has rank 2, a vector has rank 1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total element count is the product of all shape entries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tensor has shape (2, 3, 4). What is its rank, and how many total elements does it hold?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Strides — The Distance Between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stride is the number of buffer positions to skip to move one step along an axis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strides = (s0, s1, ...) — one stride value per axis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stride of 1 means "adjacent in memory"; a large stride means "far apart"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Strides — not shape — are what actually determine memory access cost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For shape (3, 4) with strides (4, 1), how many buffer positions do you skip to move from element [1,2] to element [2,2] (one step along axis 0)?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C-Contiguous (Row-Major) Strides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Row-major: elements of the LAST axis are stored consecutively in memory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Stride formula: stride[k] = product of all shape entries AFTER axis k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is NumPy's and PyTorch's default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Derive the C-contiguous strides for a tensor with shape (5, 6, 7).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F-Contiguous (Column-Major) Strides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Column-major: elements of the FIRST axis are stored consecutively in memory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Stride formula: stride[k] = product of all shape entries BEFORE axis k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Fortran, MATLAB, and some linear algebra libraries default to this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Derive the F-contiguous strides for the same shape (5, 6, 7), and state which single stride value is guaranteed to be 1 in each layout (C vs F).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Flat Index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Any logical index (i0, i1, ..., ik) maps to one flat buffer position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flat_index = offset + i0*stride0 + i1*stride1 + ... + ik*stride_k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offset lets a view start partway into a shared buffer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tensor has offset=2, shape=(3,4), strides=(4,1). What is the flat buffer index of logical element [1, 2]?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Slicing Is a Zero-Copy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Slicing a tensor does NOT copy the underlying buffer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It only computes new shape, strides, and offset that point into the SAME buffer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Mutating a slice therefore mutates the original tensor too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You slice a large tensor with x[10:20], then modify one element of the result. Does the original tensor x change? Why or why not?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Transpose Is a Zero-Copy Stride Permutation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Transposing a tensor just swaps its strides — no data moves at all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(3,4) C-contiguous matrix with strides (4,1), transposed, becomes shape (4,3) with strides (1,4)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transposed result is no longer C-contiguous — it's now F-contiguous relative to the original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matrix has shape (3,4) and strides (4,1). After transposing, what are the new shape and strides? Is the result C-contiguous?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Reshape — Sometimes a View, Sometimes a 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reshape() returns a view whenever the existing strides make the new shape reachable without moving data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If not possible (e.g. reshaping a transposed, non-contiguous tensor), it silently copies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view() (PyTorch) refuses to reshape when a copy would be needed, forcing you to notice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Why does calling .view() on a transposed PyTorch tensor often raise a RuntimeError, while .reshape() on the same tensor works without complaint?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Broadcasting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Broadcasting lets operations combine tensors of different (but compatible) shapes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Two dimensions are compatible if they are equal, or one of them is 1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size-1 dimension is "stretched" conceptually — using a stride of 0, not a real copy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Can a tensor of shape (5, 1) be broadcast against a tensor of shape (5, 3)? What about shape (4, 3) against (5, 3)?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Cache Locality and the AMAT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CPUs fetch memory in fixed-size cache lines (typically 64 bytes), not single values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Sequential (stride-1) access reuses a fetched cache line many times — cheap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Large-stride access fetches a new cache line almost every time — expensive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is a simplified model — real hardware has prefetching and multiple cache levels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For float32 values (4 bytes) and a 64-byte cache line, how many elements fit in one cache line? If you traverse a large matrix with a stride of 1000 elements, roughly what fraction of that cache line's capacity do you actually use per fetch?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dtype and Memory Footprint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Every element's byte width depends on its dtype: float32=4 bytes, float64=8 bytes, int8=1 byte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Total buffer size = (number of elements) × (bytes per element) — strides do not change this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Downcasting (e.g. float64 → float16) saves memory but can silently lose 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tensor has shape (1000, 1000) and dtype float32. How many megabytes does its buffer occupy? How much would switching to float16 save?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Common Mistake — Assuming a Slice Is an Independent 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Beginners often slice a tensor, modify the slice, and are surprised the original changed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is not a bug — it's the zero-copy view behavior from earlier in this deck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Fix: call .copy() (NumPy) or .clone() (PyTorch) explicitly when independence is required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You want to extract a sub-matrix, modify it freely, and guarantee the original tensor is untouched. What single method call fixes this, and where must you place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Common Mistake — Off-by-One Stride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Manually computing strides for a shape is a common source of silent bugs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single wrong stride value produces a tensor that reads plausible-looking but WRONG data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Always verify manual stride math against a known library's actual .strides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You compute C-contiguous strides for shape (3, 4) by hand and get (3, 1). Is this correct? If not, find the 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Mastery Check: Are You Ready to Move 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0D9488"/>
                </a:solidFill>
              </a:rPr>
              <a:t>If you can answer every question below confidently, you have mastered Chapter 3.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4892040"/>
          </a:xfrm>
          <a:prstGeom prst="roundRect">
            <a:avLst/>
          </a:prstGeom>
          <a:solidFill>
            <a:srgbClr val="EA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1.  Explain the four pieces of metadata (shape, strides, offset, dtype) that turn a flat buffer into a tensor.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2.  Derive the C-contiguous strides for a tensor of shape (D, H, W) from scratch.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3.  Derive the F-contiguous strides for the same shape and explain the difference from C-contiguous.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4.  Write the flat index formula and use it to compute a specific element's buffer position by hand.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5.  Explain why slicing is zero-copy and why mutating a slice can mutate the original tensor.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6.  Explain why transposing a tensor changes its strides but touches no data.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7.  Explain why .reshape() sometimes silently copies data while .view() refuses to.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8.  State the broadcasting compatibility rule and apply it to two given shapes.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9.  Explain, using the AMAT model, why a stride-1 traversal is faster than a large-stride traversal.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10.  Compute the memory footprint of a tensor given its shape and dtype.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11.  Diagnose a bug where a modified 'copy' of a tensor unexpectedly altered the original.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12.  Find and correct an off-by-one error in a hand-computed stride formula.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13.  Implement a minimal pure-Python flat-array class supporting shape, strides, and indexing.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