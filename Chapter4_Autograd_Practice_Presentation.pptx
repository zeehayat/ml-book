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Automatic differentiation is the mechanism behind every .backward() call in every deep learning framework. This chapter builds it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about 7 billion + 1 forward passes (one perturbation per parameter). At any realistic throughput this would take years per gradient step — reverse-mode AD instead computes the full gradient in about one backward pass, regardless of parameter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4 nodes total — three leaves (a, b, c) and one interior/root node representing the sum (a+b), and the final multiply node. More precisely: a, b, c are leaves; (a+b) is an interior node; the final product is the root. That's 5 nodes if you count the intermediate sum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x contributes to the output through two separate paths (both factors of the product), so its total gradient must sum the contribution from each path: d(x*x)/dx = x (from first factor) + x (from second factor) = 2x — exactly the summation form applied to a node with two downstream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grad_a = incoming_grad * b = 5*4 = 20. grad_b = incoming_grad * a = 5*3 = 15 — each input receives the incoming gradient scaled by the OTHER input's forward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c's gradient depends on d's gradient (via the chain rule), so d must go first. Similarly, a and b's gradients depend on c's (now-complete) gradient, so c must be fully processed before a or b. This is exactly reverse topological order: d, then c, then a and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forward mode — with only 3 inputs, forward mode needs just 3 passes to get the full Jacobian, while reverse mode would need 1,000,000 passes (one per output). This is the M ≫ N regime, the mirror image of neural network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root IS the loss L, so ∂L/∂L = 1 by definition — this is the starting seed that the chain rule then multiplies through every downstream (really, upstream in the original graph) local derivative to produce every other gradient.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with overwriting, only the LAST backward path to update x.grad survives — since both paths compute the same local value (x=3) here, the bug happens to produce grad=3 (only one path's contribution survives) instead of the correct 6 (both paths summed). The bug is invisible unless checked against a known answer or finite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second batch's gradients are ADDED on top of the first batch's, effectively doubling (and further compounding on more steps) the gradient magnitude — this typically shows up as unstable, oscillating, or diverging training that a smaller learning rate seems to 'fix' without addressing the real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roughly the same order of magnitude, often cited as about 2x the forward pass in practice (one backward pass costs about the same asymptotic order as the forward pass, O(|V|) vs O(|E|)~O(|V|)) — NOT proportional to the number of parameters, which is what makes training large models tractable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roughly sqrt(100) = 10 — checkpointing every ~10th layer and recomputing the ~10 layers between checkpoints on demand during the backward pass, trading one extra forward pass for a ~10x memory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self-check slide. If any question causes hesitation, return to that concept's slide and its exercise before moving to Chapter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Chapter 4: Automatic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0D9488"/>
                </a:solidFill>
              </a:rPr>
              <a:t>One concept, one exercise per slide — practice as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Why Automatic Differentiation?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Numerical differentiation (finite differences) needs one extra forward pass PER parameter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Symbolic differentiation produces expressions that explode in size with composition depth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Automatic differentiation computes exact gradients for ALL parameters in about one extra pass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AD is neither purely numerical nor purely symbolic — it applies the chain rule mechanically to a recorded computation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model has 7 billion parameters. Roughly how many forward passes would numerical differentiation need to compute the full gradient? Why is this completely impractical?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Computational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Every computation is a Directed Acyclic Graph (DAG) of elementary operations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Leaf nodes: inputs and parameters. Root node: the final scalar output (the loss)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Each node stores its forward value AND, after backward(), its gradient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Each node also stores a local backward rule — the chain-rule recipe for its own operation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For f = (a + b) * c, draw the computation as a graph: how many nodes are there, and which are leaves?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Multivariable Chain Rule (Summation Form)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If a node v feeds into several downstream nodes w1...wk, its gradient is a SUM: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∂L/∂v = Σᵢ (∂L/∂wᵢ) · (∂wᵢ/∂v)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single equation is the entire mathematical content of backpropagation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sum is why gradient contributions must be ACCUMULATED, not overwritten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variable x is used twice in f = x*x (i.e., x feeds two multiplication inputs of the same node). Using the summation form, explain in words why df/dx is NOT simply the derivative of one usage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Local Backward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Every elementary operation (add, multiply, exp, ...) has a simple, known local derivative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Addition: gradient passes through unchanged to both inputs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Multiplication: each input's gradient is (incoming gradient) × (the OTHER input's value)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Complex functions are just long chains of these simple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For out = a * b, if the incoming gradient at 'out' is 5, and a=3, b=4, what are the gradients that flow back to a and to 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Topological Sort — The Ordering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backward pass must visit every node AFTER all of its downstream consumers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ordering is exactly the reverse of a topological sort of the forward graph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Without correct ordering, a node's gradient could be read before it's fully accumulated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Implemented via recursive depth-first search with a visited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In the graph a → c, b → c, c → d, why must d's gradient be fully computed before c's backward rule runs, and why must c's gradient be fully computed before a's or b's backward rule runs?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Forward Mode (JVP) vs. Reverse Mode (VJP)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Forward mode: one pass computes the gradient with respect to ONE input — needs N passes for N inputs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Reverse mode: one pass computes the gradient with respect to ALL inputs at once — needs M passes for M outputs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Neural network training: N (parameters) is huge, M (the scalar loss) is 1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Decision rule: use reverse mode when N ≫ M, forward mode when M ≫ 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function has 3 inputs and 1,000,000 outputs. Which mode (forward or reverse) is cheaper,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Reverse Accumulation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1. Run the forward pass, recording every operation and its inputs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2. Topologically sort the resulting graph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3. Initialize the root node's gradient to 1 (∂L/∂L = 1)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4. Walk the sorted nodes in REVERSE order, applying each local backward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does the algorithm initialize the root's gradient to exactly 1, rather than 0 or the loss value itself?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Gradient Accumulation at Shared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When a node is consumed by multiple downstream operations, EVERY backward closure must use +=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Using = instead of += silently discards all but the last contribution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a silent bug: no exception, no NaN — just a mathematically wrong gradient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Directly required by the summation form of the chain rule from earlier in this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buggy implementation writes self.grad = other.data * out.grad instead of self.grad += other.data * out.grad inside a multiply node's backward closure. For f = x*x, what wrong gradient value would this produce at x=3 (the correct answer is 6)?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zero_grad and Gradient Accumulation Across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Gradients accumulate (+=) WITHIN one backward() call — that's required, not a bug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But gradients also persist ACROSS multiple backward() calls unless explicitly reset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Forgetting to zero gradients between training steps silently sums gradients across steps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exactly what optimizer.zero_grad() exists to prevent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You call backward() twice in a row on two different batches without calling zero_grad() in between. What happens to the parameter gradients, and how would this show up as a training symptom?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Complexity of a Backward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Forward pass: O(|V|) — one visit per node, each doing O(c) work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Backward pass: O(|E|) — work per node is proportional to its number of downstream consumers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For most graphs, |E| = O(|V|), so a full backward pass costs about the same as one forward pass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why reverse-mode AD is 'free' relative to computing the loss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network's forward pass takes 10 milliseconds. Roughly how long should you expect the backward pass to take,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Gradient Checkpointing — Trading Time for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Naively, EVERY node's forward value must stay in memory until backward() consumes it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Peak memory scales as O(depth) for a deep network — this can exceed available memory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Checkpointing stores only every √L-th activation, recomputing the rest during backward()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Optimal trade-off: memory drops to O(√L) at the cost of one extra forward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100-layer network stores every activation naively, needing memory for 100 layers. Using the √L checkpointing strategy, roughly how many activations need to be held in memory at once instead?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Mastery Check: Are You Ready to Move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0D9488"/>
                </a:solidFill>
              </a:rPr>
              <a:t>If you can answer every question below confidently, you have mastered Chapter 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4892040"/>
          </a:xfrm>
          <a:prstGeom prst="roundRect">
            <a:avLst/>
          </a:prstGeom>
          <a:solidFill>
            <a:srgbClr val="EA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1.  Explain why automatic differentiation is neither purely numerical nor purely symbolic differentiation.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2.  Draw the computational graph for a small expression and identify its leaves, interior nodes, and root.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3.  State the multivariable chain rule in summation form and explain why it requires gradient accumulation.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4.  Derive the local backward rule for multiplication and for addition.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5.  Explain why the backward pass must run in reverse topological order.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6.  Explain the difference between forward-mode (JVP) and reverse-mode (VJP) autodiff, and when to use each.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7.  Walk through the reverse accumulation algorithm's four steps from memory.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8.  Explain why using '=' instead of '+=' in a backward closure produces a silent, wrong gradient.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9.  Explain the difference between within-call gradient accumulation and across-step accumulation, and why zero_grad() is needed.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10.  State the time complexity of one backward pass and explain why it does not scale with the number of parameters directly.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11.  Explain the gradient checkpointing trade-off and derive why sqrt(L) is the optimal checkpoint spacing.</a:t>
            </a:r>
          </a:p>
          <a:p>
            <a:pPr algn="l">
              <a:spcAft>
                <a:spcPts val="700"/>
              </a:spcAft>
              <a:defRPr sz="1350">
                <a:solidFill>
                  <a:srgbClr val="1B264F"/>
                </a:solidFill>
              </a:defRPr>
            </a:pPr>
            <a:r>
              <a:t>12.  Implement a minimal scalar autograd engine (Value class) supporting +, *, and backward().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