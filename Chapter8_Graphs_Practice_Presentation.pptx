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slide. Not all data lives in a flat Euclidean space — this chapter treats data as a graph and asks two questions: which nodes matter most (PageRank), and which nodes belong together (spectral clustering)?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high-authority page with FEW outgoing links contributes more — each page distributes its own rank evenly across its outgoing links, so a link from a page with few outgoing links carries more of that page's rank than a link from a page whose rank is spread across hundreds of links.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without teleportation, a surfer could get trapped forever in a closed loop of pages with no outgoing links to the rest of the graph (or stuck at a dead-end 'sink' page with zero outgoing links), and the resulting stationary distribution might not exist or might not be unique. Teleportation guarantees the Perron-Frobenius conditions hold.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dangling nodes are leaking probability mass out of the system — since their column has no outgoing edges to distribute rank to, that mass simply disappears each iteration instead of being redistributed, causing the total to shrink below 1.0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exactly 3 — one zero eigenvalue per connected component. This is a direct, checkable consequence of the theorem connecting zero-eigenvalue multiplicity to connected component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smallest eigenvalue is always 0, with the constant (all-ones) eigenvector — a trivial, uninformative 'solution' that doesn't cut the graph at all. The second-smallest eigenvalue's eigenvector (the Fiedler vector) is the first one that actually varies across the graph in a way that reveals a meaningful partition.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original features may not separate the clusters with simple round/convex boundaries (e.g. interlocking rings) — the spectral embedding transforms the data into a new space where the graph-based cluster structure becomes linearly/round separable, which is exactly the kind of structure k-means (which assumes round clusters) can find.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largest gap is between the 3rd eigenvalue (0.02) and the 4th (0.45) — a jump of 0.43, far larger than any other consecutive gap. This suggests k=3 clusters (the first 3 near-zero eigenvalues correspond to 3 well-separated/near-disconnected components).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Answer: the bottom eigenspace is degenerate (both bottom eigenvalues are exactly zero), so the 'Fiedler vector' the algorithm extracts is an arbitrary choice within that degenerate space rather than a meaningful signal — you'd detect this by counting near-zero eigenvalues before trusting the result; here it correctly finds 2 components, but for larger unintended disconnection this can silently produce meaningless splits within a component.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self-check slide. If any question causes hesitation, return to that concept's slide and its exercise before moving to Chapter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Chapter 8: Graph Spaces &amp; Spectral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i="1">
                <a:solidFill>
                  <a:srgbClr val="0D9488"/>
                </a:solidFill>
              </a:rPr>
              <a:t>One concept, one exercise per slide — practice as you go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468880"/>
            <a:ext cx="2743200" cy="50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PageRank — The Random Surfer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Imagine a surfer randomly following links forever — PageRank is the long-run fraction of time spent on each page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page's rank is proportional to the sum of the ranks of pages linking to it, divided by their out-degree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This is a fixed point: π = Mπ — PageRank is the dominant eigenvector of the link matrix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Page A is linked to by two pages: a high-authority page with few outgoing links, and a low-authority page with hundreds of outgoing links. Which incoming link contributes more to A's PageRank,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Damping Factor and Teleportation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Pure link-following can get trapped in cycles or dead ends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Google Matrix adds teleportation: with probability (1-d), jump to a uniformly random page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Standard damping factor d = 0.85 — guarantees a unique, well-defined stationary ranking (Perron-Frobenius theorem)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Why is the damping factor necessary — what could go wrong with PageRank on a real web graph if surfers ALWAYS followed links (d=1) and never teleported?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Dangling Nodes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dangling node has NO outgoing links — its column in the link matrix is all zeros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Without special handling, probability mass simply vanishes at every dangling node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Fix: redistribute a dangling node's rank uniformly across ALL nodes at every iteration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After several PageRank iterations without dangling-node handling, you notice the rank values no longer sum to 1.0 (they're slowly shrinking). What is the most likely cause?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Graph Laplacian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 = D − A (degree matrix minus adjacency matrix)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Quadratic form: fᵀLf = (1/2)Σᵢⱼ Aᵢⱼ(fᵢ−fⱼ)² — measures how 'non-smooth' f is over the graph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L is always positive semidefinite — this quadratic form can never be negative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MULTIPLICITY of the zero eigenvalue equals the number of connected components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A graph has 3 completely separate, disconnected clusters (no edges between them). How many zero eigenvalues will its Laplacian have?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The Fiedler Vector and RatioCut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Finding the best way to CUT a graph into two balanced, weakly-connected pieces is NP-hard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Relaxing the discrete cut problem to a continuous one gives a Rayleigh quotient minimization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solution is the Fiedler vector — the eigenvector for the SECOND-smallest Laplacian eigenvalue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Sign of each entry in the Fiedler vector suggests which side of the cut that node belongs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Why do we use the SECOND-smallest eigenvalue (not the smallest) of the Laplacian to find a meaningful graph cut?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Spectral Clustering — The Full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1. Build a similarity graph (e.g. k-nearest-neighbors) from raw feature data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2. Compute the (normalized) graph Laplacian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3. Extract the bottom-k eigenvectors — this becomes a new, k-dimensional embedding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4. Run ordinary k-means IN this new embedded space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648456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Why does spectral clustering run k-means on the LAPLACIAN EIGENVECTORS rather than on the original raw features?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Choosing k via the Spectral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Sort the Laplacian's eigenvalues: λ₁ ≤ λ₂ ≤ ... ≤ λₙ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large GAP between λₖ and λₖ₊₁ suggests k is a good number of clusters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 vanishing gap suggests the data doesn't cleanly support that many clusters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The sorted eigenvalues are: 0, 0.01, 0.02, 0.45, 0.9, 1.3, .... Where is the largest spectral gap, and what value of k does it suggest?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Concept: Common Mistake — Disconnected Graphs Break Spectral Clustering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1153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If the input graph has c &gt; 1 connected components, the bottom c eigenvalues are ALL exactly zero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The 'Fiedler vector' becomes ambiguous — any vector in that zero-eigenspace is equally valid</a:t>
            </a:r>
          </a:p>
          <a:p>
            <a:pPr>
              <a:spcAft>
                <a:spcPts val="1000"/>
              </a:spcAft>
              <a:defRPr sz="1800">
                <a:solidFill>
                  <a:srgbClr val="22222A"/>
                </a:solidFill>
              </a:defRPr>
            </a:pPr>
            <a:r>
              <a:t>•  Always check the number of near-zero eigenvalues before trusting the clustering result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36392"/>
            <a:ext cx="10911535" cy="1554480"/>
          </a:xfrm>
          <a:prstGeom prst="roundRect">
            <a:avLst/>
          </a:prstGeom>
          <a:solidFill>
            <a:srgbClr val="FDF2E2"/>
          </a:solidFill>
          <a:ln w="15875">
            <a:solidFill>
              <a:srgbClr val="B8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/>
            <a:r>
              <a:rPr sz="1500" b="1">
                <a:solidFill>
                  <a:srgbClr val="B86A00"/>
                </a:solidFill>
              </a:rPr>
              <a:t>✏️ Exercise: You run spectral clustering expecting k=2 clusters, but the graph actually has 2 completely disconnected components already. What goes wrong, and how would you detect it?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Mastery Check: Are You Ready to Move 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i="1">
                <a:solidFill>
                  <a:srgbClr val="0D9488"/>
                </a:solidFill>
              </a:rPr>
              <a:t>If you can answer every question below confidently, you have mastered Chapter 8.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11094415" cy="4892040"/>
          </a:xfrm>
          <a:prstGeom prst="roundRect">
            <a:avLst/>
          </a:prstGeom>
          <a:solidFill>
            <a:srgbClr val="EAF6F4"/>
          </a:solidFill>
          <a:ln w="15875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37160"/>
          <a:lstStyle/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1.  Explain the random-surfer interpretation of PageRank and why it is a dominant-eigenvector problem.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2.  Explain why the damping factor and teleportation are necessary for PageRank to be well-defined.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3.  Explain what a dangling node is and how its rank mass must be handled.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4.  Write the Laplacian's quadratic form and explain what it measures about a function on a graph.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5.  Explain why the number of zero eigenvalues of the Laplacian equals the number of connected components.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6.  Explain why the Fiedler vector uses the SECOND-smallest eigenvalue, not the smallest.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7.  Walk through all four steps of the spectral clustering pipeline from memory.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8.  Explain how to choose k using the spectral gap, with a worked numeric example.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9.  Diagnose why spectral clustering gives an ambiguous or wrong result on a disconnected graph.</a:t>
            </a:r>
          </a:p>
          <a:p>
            <a:pPr algn="l">
              <a:spcAft>
                <a:spcPts val="900"/>
              </a:spcAft>
              <a:defRPr sz="1450">
                <a:solidFill>
                  <a:srgbClr val="1B264F"/>
                </a:solidFill>
              </a:defRPr>
            </a:pPr>
            <a:r>
              <a:t>10.  Implement PageRank via power iteration on a small graph from scratch.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2975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888888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