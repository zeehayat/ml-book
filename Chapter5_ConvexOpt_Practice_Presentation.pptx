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This chapter explains exactly when gradient descent is GUARANTEED to find the best possible answer, and how fast it gets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half-plane IS convex — any line segment between two points with x≥0 stays in x≥0. The donut shape is NOT convex — a line segment between two points on opposite sides of the hole passes through the (excluded) 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f(0.5*0+0.5*4) = f(2) = 4. The right side: 0.5*f(0)+0.5*f(4) = 0.5*0+0.5*16 = 8. Since 4 ≤ 8, Jensen's inequality holds here — consistent with x² being convex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because the mean-squared-error loss is convex, its unique stationary point (found by either the closed-form normal equations or by gradient descent converging to a local minimum) must be the global minimum — there is no other valley for either method to land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unregularized Hessian X^T X can have a zero eigenvalue under perfect collinearity, so the objective is only weakly (not strictly) convex along that direction — many solutions tie. Adding lambda*I shifts every eigenvalue up by lambda, making the Hessian strictly positive definite and guaranteeing exactly one minimizer.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safe bound is η &lt; 2/L = 2/4 = 0.5. So η=0.3 is safe; η=0.5 is exactly at the boundary (not strictly less than); η=0.6 exceeds the bound and is not guaranteed to decrease the loss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slowly — the huge scale mismatch produces an elongated, poorly conditioned loss surface (large kappa), causing gradient descent to zig-zag. The fix is feature standardization (scaling both features to comparable ranges) before training, which reduces the condition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Newton's method's O(D^3) per-step cost to invert a D×D Hessian is completely impractical when D (the parameter count) is in the millions or billions — gradient descent's O(D) per-step cost, even across many more steps, remains vastly cheaper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least squares (linear regression) has a closed-form solution via the normal equations — no iterative method is needed for a purely quadratic objective. Gradient descent became essential only once models grew nonlinear or too large for a closed-form matrix inversion to be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5: Convex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Convex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set is convex if the straight line between any two of its points stays inside the set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Formally: for u, v in C and t in [0,1], the point t·u + (1-t)·v is also in C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disk is convex; a crescent (moon) shape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Is the set of all points with x ≥ 0 (a half-plane) convex? Is a donut shape (an annulus) convex?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Convex Functions (Jensen's Inequality)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 is convex if f(t·u + (1-t)·v) ≤ t·f(u) + (1-t)·f(v) for all u, v and t in [0,1]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In words: the function's value on the line segment is never above the straight line connecting the endpoints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Equivalent second-order test: the Hessian (second derivative matrix) is positive semidefinite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Using Jensen's inequality with u=0, v=4, t=0.5, check whether f(x)=x² is convex at this pair of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Local Minima Are Global Minima (For Convex Functions)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single most important theorem in this chapter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If f is convex, ANY local minimum is automatically the GLOBAL minimum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why gradient descent on a convex loss is trustworthy, not just hopeful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 non-convex functions (most neural networks), this guarantee simply does not exist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Explain, in one sentence, why this theorem is the mathematical reason linear regression's normal equations and gradient descent always agree on the same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Strict and Strong Convexity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Strict convexity: Jensen's inequality is STRICT — guarantees at most one global minimizer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Strong convexity (μ &gt; 0): quantifies HOW sharply the function curves upward from its minimum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L2 regularization (weight_decay) adds λI to the Hessian, guaranteeing strong convexity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why ridge regression always has a unique solution, even with collinear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Plain (unregularized) linear regression on perfectly collinear features has infinitely many equally-good solutions. Why does adding an L2 penalty fix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Gradient Descent's Safe Step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L-smoothness: the gradient cannot change faster than rate L (a Lipschitz bound)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descent lemma proves: any step size η &lt; 2/L guarantees the loss decreases every step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Too large a learning rate (η &gt; 2/L) can cause the loss to increase, even on a convex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loss function has smoothness constant L=4. Which of these learning rates is guaranteed safe: η=0.3, η=0.5, η=0.6?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Condition Number and Convergence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κ = λ_max / λ_min — the ratio of the Hessian's largest to smallest eigenvalue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κ ≈ 1: a round bowl — gradient descent converges in very few steps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κ ≫ 1: an elongated bowl — gradient descent zig-zags and converges slowly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Feature scaling reshapes an elongated bowl back toward round, directly speeding up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Two features are on wildly different scales: one ranges 0-1, the other ranges 0-100,000. Predict, qualitatively, whether training will converge quickly or slowly before any fix is applied — and name the one-line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Newton's Method — Using Curvature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Gradient descent only uses the SLOPE (first derivative) at the current point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Newton's method also uses the CURVATURE (the Hessian) to jump straight to the minimum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On a true quadratic function, Newton's method converges in exactly ONE step, any κ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Cost: forming and inverting the Hessian is O(D³) — prohibitive for large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does modern large-scale machine learning almost universally use gradient descent (or its variants) instead of Newton's method, despite Newton's method needing far fewer steps?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Historical Origins — Cauchy to Robbins-Monro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1847: Cauchy introduces gradient (steepest) descent for solving astronomical equations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1805/1795: Legendre and Gauss solve least squares in closed form — no iteration needed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1951: Robbins and Monro formalize stochastic approximation — the ancestor of mini-batch SGD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was gradient descent not necessary at all for solving the earliest least-squares problems, even though it was invented decades later?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1.  Define a convex set and a convex function, both geometrically and via Jensen's inequality.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2.  State and prove (in outline) why every local minimum of a convex function is global.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3.  Explain the difference between strict convexity and strong convexity.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4.  Explain why adding L2 regularization guarantees a unique minimizer even under collinearity.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5.  Derive the safe learning rate bound η &lt; 2/L from the descent lemma.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6.  Define the condition number and explain its geometric meaning and effect on convergence speed.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7.  Explain why feature scaling speeds up gradient descent in terms of the condition number.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8.  Derive why Newton's method converges in exactly one step on a quadratic function.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9.  Explain why Newton's method is impractical at the scale of modern neural networks.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10.  Implement gradient descent from scratch and empirically verify the η &lt; 2/L convergence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