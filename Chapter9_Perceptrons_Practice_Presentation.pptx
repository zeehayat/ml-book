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Before deep learning, there was a single neuron. This chapter builds the perceptron, proves its guarantees and its limits, and derives the activation functions that let networks escape those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error = target - prediction = 1 - 0 = 1. w_new = [0,0] + 1*1*[1,2] = [1,2]. b_new = 0 + 1*1 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bound R^2/gamma^2 has gamma in the denominator (squared), so as gamma approaches 0, the bound approaches infinity — nearly-inseparable data (a tiny margin) can require an enormous number of updates before convergence, even though convergence is still technically guaranteed as long as SOME positive margin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exactly the same as a single linear layer — the entire 10-layer stack collapses algebraically into one combined weight matrix and bias, so it can only represent one single hyperplane decision boundary, identical in power to a single perceptron.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positive-class points (0,1) and (1,0) sit on opposite corners from each other, and so do the negative-class points (0,0) and (1,1) — the two classes are arranged diagonally interleaved, so any straight line that puts one positive point on the correct side inevitably misclassifies at least one other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h1 = ReLU(1+1) = 2. h2 = ReLU(1+1-1) = ReLU(1) = 1. Output = 2 - 2*1 = 0 — correctly matches XOR(1,1)=0.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effectively dead — sigmoid saturates hard for large |z|; at z=15, sigmoid(z) is indistinguishable from 1.0 in floating point, and its derivative sigma(z)(1-sigma(z)) is essentially zero, meaning almost no gradient signal will flow backward through this neuron.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0.25^5 = 1/1024 ≈ 0.001, less than 0.1% of the original gradient — and this is the BEST case (derivative at its maximum); in practice with typical pre-activation values, the decay is often far worse. This is the mathematical origin of the vanishing gradient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for z&gt;0, ReLU's derivative is exactly 1, so gradients pass through unchanged (no geometric shrinkage across depth, unlike sigmoid). But for z≤0, the derivative is exactly 0 — if a neuron's weights/inputs keep it permanently in this negative regime, it stops receiving any gradient signal at all and can never recover ('dying ReLU'), a different but real pathology.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self-check slide. If any question causes hesitation, return to that concept's slide and its exercise before moving to Chapter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Chapter 9: Foundations of Neural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0D9488"/>
                </a:solidFill>
              </a:rPr>
              <a:t>One concept, one exercise per slide — practice as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274320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Perceptron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Computes a linear score s = w·x + b, then applies a hard threshold: predict 1 if s ≥ 0, else 0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Rosenblatt's update rule: when misclassified, wⱼ ← wⱼ + η(t−prediction)xⱼ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update nudges the decision boundary toward the misclassified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perceptron with w=[0,0], b=0 sees the example x=[1,2], target=1. It predicts 0 (since score=0 is not ≥ threshold... assume threshold requires strictly positive). Using learning_rate=1, compute the updated weights and bias.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Perceptron Convergence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IF the training data is linearly separable, the perceptron is GUARANTEED to converge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Bound: at most R²/γ² updates, where R is the data's radius and γ is the margin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smaller margin (harder-to-separate data) means a LARGER guaranteed bound on updates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Why does the theorem's bound grow without limit as the margin γ shrinks toward zero? What does this predict about training time on nearly-inseparable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Linear Stacking Collapse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Stacking two linear layers with NO activation between them: W₂(W₁x) = (W₂W₁)x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is just ONE linear layer with combined weights — no extra representational power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holds no matter how many linear-only layers you stack — depth alone accomplishes nothing without non-linearity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colleague builds a 10-layer neural network but forgets to add any activation functions between the layers. How many DISTINCT linear regions can this network actually represent, no matter how it's trained?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Why the Perceptron Cannot Learn XOR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XOR: (0,0)→0, (0,1)→1, (1,0)→1, (1,1)→0 — the positive and negative classes are NOT linearly separable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No single straight line can separate the two classes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Minsky and Papert's 1969 proof of this fact triggered the first "AI winter"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Plot the four XOR points mentally on a 2D grid. Explain in one sentence why no single straight line can separate the two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Escaping XOR — The Hidden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Add ONE hidden layer with a non-linear activation between the layers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hidden layer "folds" the input space so the previously inseparable classes become separable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hand-built 2-neuron ReLU hidden layer can solve XOR exactly, with no training at all — just the right weights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Two ReLU hidden units compute h1 = ReLU(x1+x2) and h2 = ReLU(x1+x2−1). The output is h1 − 2·h2. Evaluate this for input (1,1) and check it matches XOR's expected output of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Sigmoid and Tanh — Derivatives and Saturation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Sigmoid: σ(z) = 1/(1+e⁻ᶻ), derivative σ'(z) = σ(z)(1−σ(z)), max value 0.25 at z=0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Tanh: derivative 1 − tanh²(z), max value 1 at z=0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Both derivatives approach exactly ZERO as |z| grows large — this is "saturation"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neuron's pre-activation value is z=15 under a sigmoid activation. Is this neuron's gradient likely to be useful for learning, or effectively dead?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Vanishing Gradient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Backpropagating through many saturating (sigmoid/tanh) layers multiplies many small derivatives together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Sigmoid's derivative maxes out at 0.25 — through 10 layers, the gradient can shrink by a factor of up to 0.25¹⁰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geometric decay made networks deeper than a couple of layers effectively untrainable for two decades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If every layer's sigmoid derivative happens to be at its maximum value of 0.25, roughly what fraction of the original gradient survives after passing back through 5 layers?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Why ReLU Breaks the Vanishing Gradient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ReLU(z) = max(0, z) — derivative is EXACTLY 1 for z&gt;0, not a shrinking fraction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Stacking many ReLU layers does NOT geometrically shrink the gradient the way sigmoid does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Trade-off: ReLU's derivative is exactly 0 for z≤0 — a "dying ReLU" can get permanently stuck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Explain why ReLU solves the vanishing-gradient problem for POSITIVE pre-activations, but introduces a different failure mode for NEGATIVE 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Mastery Check: Are You Ready to Move 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0D9488"/>
                </a:solidFill>
              </a:rPr>
              <a:t>If you can answer every question below confidently, you have mastered Chapter 9.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4892040"/>
          </a:xfrm>
          <a:prstGeom prst="roundRect">
            <a:avLst/>
          </a:prstGeom>
          <a:solidFill>
            <a:srgbClr val="EA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1.  Write the Rosenblatt perceptron update rule and apply it by hand to one misclassified example.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2.  State the Perceptron Convergence Theorem and explain what R and gamma represent.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3.  Prove (in outline) the Linear Stacking Collapse Theorem for a zero-bias two-layer network.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4.  Explain why XOR is not linearly separable and why this defeated the original perceptron.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5.  Explain how adding a hidden layer with a non-linear activation solves XOR.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6.  Derive the sigmoid derivative and state its maximum value and where it occurs.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7.  Explain the vanishing gradient problem as a consequence of the chain rule and saturating derivatives.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8.  Explain why ReLU avoids vanishing gradients on its positive side, and describe the 'dying ReLU' failure mode.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9.  Explain why a bias term is necessary for a perceptron to represent decision boundaries not through the origin.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10.  Implement a perceptron from scratch and empirically verify it converges on AND/OR but not on XOR.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